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0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3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4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5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6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_17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TerraShift">
  <a:themeElements>
    <a:clrScheme name="TerraShift">
      <a:dk1>
        <a:srgbClr val="1C1F23"/>
      </a:dk1>
      <a:lt1>
        <a:srgbClr val="FFFFFF"/>
      </a:lt1>
      <a:dk2>
        <a:srgbClr val="3B4048"/>
      </a:dk2>
      <a:lt2>
        <a:srgbClr val="F6F7F9"/>
      </a:lt2>
      <a:accent1>
        <a:srgbClr val="22B567"/>
      </a:accent1>
      <a:accent2>
        <a:srgbClr val="F39223"/>
      </a:accent2>
      <a:accent3>
        <a:srgbClr val="E94235"/>
      </a:accent3>
      <a:accent4>
        <a:srgbClr val="22B567"/>
      </a:accent4>
      <a:accent5>
        <a:srgbClr val="F39223"/>
      </a:accent5>
      <a:accent6>
        <a:srgbClr val="E94235"/>
      </a:accent6>
      <a:hlink>
        <a:srgbClr val="22B567"/>
      </a:hlink>
      <a:folHlink>
        <a:srgbClr val="168A4C"/>
      </a:folHlink>
    </a:clrScheme>
    <a:fontScheme name="TerraShif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TerraShi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